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Topic: Create a 5slide presentation on Artificial Intelligence for beginners</a:t>
            </a:r>
          </a:p>
          <a:p>
            <a:r>
              <a:t>Slide: Introduction</a:t>
            </a:r>
          </a:p>
          <a:p>
            <a:r>
              <a:t>Write 4 bullet points:</a:t>
            </a:r>
          </a:p>
          <a:p>
            <a:r>
              <a:t>point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Topic: Create a 5slide presentation on Artificial Intelligence for beginners</a:t>
            </a:r>
          </a:p>
          <a:p>
            <a:r>
              <a:t>Slide: Applications</a:t>
            </a:r>
          </a:p>
          <a:p>
            <a:r>
              <a:t>Write 4 bullet points:</a:t>
            </a:r>
          </a:p>
          <a:p>
            <a:r>
              <a:t>point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Topic: Create a 5slide presentation on Artificial Intelligence for beginners</a:t>
            </a:r>
          </a:p>
          <a:p>
            <a:r>
              <a:t>Slide: Advantages</a:t>
            </a:r>
          </a:p>
          <a:p>
            <a:r>
              <a:t>Write 4 bullet points:</a:t>
            </a:r>
          </a:p>
          <a:p>
            <a:r>
              <a:t>point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Topic: Create a 5slide presentation on Artificial Intelligence for beginners</a:t>
            </a:r>
          </a:p>
          <a:p>
            <a:r>
              <a:t>Slide: Conclusion</a:t>
            </a:r>
          </a:p>
          <a:p>
            <a:r>
              <a:t>Write 4 bullet points:</a:t>
            </a:r>
          </a:p>
          <a:p>
            <a:r>
              <a:t>point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