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 BLOCK CHAIN IN BANKING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Distributed digital ledger technology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Series of interconnected blocks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Contains list of 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Blockchain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Immutable and tamper-proof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Uses cryptography for validation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Only authorised parties can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Blockchain 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Potentially reduces transaction costs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Improves security and compliance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Enables near-instantaneous transactions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Benefits of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Faster transactions and settlements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Enhanced security and financial inclusion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Streamlined operations and data reconciliation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Blockchain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Supply chain management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Tracking health care and real estate records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Other industries and use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Decentralized Data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Eliminates need for intermediaries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Improves data reconciliation and security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Addresses banking's data sharing challenges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Blockchain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Introduction of blockchain to banking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Streamlining of financial operations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Full-scale blockchain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t>Blockchain has the potential to transform banking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Enhancing security, efficiency, and financial inclusion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A pioneering technology for 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