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 CHAIN IN BANKING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Blockchain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Banks using blockchain to improve payments</a:t>
            </a:r>
          </a:p>
          <a:p>
            <a:pPr/>
            <a:r>
              <a:t>Reducing fraud and simplifying operations</a:t>
            </a:r>
          </a:p>
          <a:p>
            <a:pPr/>
            <a:r>
              <a:t>Real examples from JPMorgan, Goldman Sachs, BNY Mellon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Adoption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banks are adopting blockchain technology</a:t>
            </a:r>
          </a:p>
          <a:p>
            <a:pPr/>
            <a:r>
              <a:t>Benefits and challenges of blockchain adoption</a:t>
            </a:r>
          </a:p>
          <a:p>
            <a:pPr/>
            <a:r>
              <a:t>Future trends in banking with blockchain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Use Cases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Speeding up transactions and reducing costs</a:t>
            </a:r>
          </a:p>
          <a:p>
            <a:pPr/>
            <a:r>
              <a:t>Securing financial transactions and data</a:t>
            </a:r>
          </a:p>
          <a:p>
            <a:pPr/>
            <a:r>
              <a:t>15 examples of blockchain companies improving banking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Blockchain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security and reduced risk</a:t>
            </a:r>
          </a:p>
          <a:p>
            <a:pPr/>
            <a:r>
              <a:t>Faster and more efficient transactions</a:t>
            </a:r>
          </a:p>
          <a:p>
            <a:pPr/>
            <a:r>
              <a:t>Reduced costs and increased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Blockchain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Regulatory hurdles and compliance issues</a:t>
            </a:r>
          </a:p>
          <a:p>
            <a:pPr/>
            <a:r>
              <a:t>Scalability and interoperability challenges</a:t>
            </a:r>
          </a:p>
          <a:p>
            <a:pPr/>
            <a:r>
              <a:t>Adoption and education for banking staff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Blockchain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adoption and investment in blockchain</a:t>
            </a:r>
          </a:p>
          <a:p>
            <a:pPr/>
            <a:r>
              <a:t>Development of new blockchain-based products</a:t>
            </a:r>
          </a:p>
          <a:p>
            <a:pPr/>
            <a:r>
              <a:t>Advancements in blockchain security and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Examples of Blockchain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JPMorgan's digital coin and blockchain technology</a:t>
            </a:r>
          </a:p>
          <a:p>
            <a:pPr/>
            <a:r>
              <a:t>Goldman Sachs and BNY Mellon's tokenized funds</a:t>
            </a:r>
          </a:p>
          <a:p>
            <a:pPr/>
            <a:r>
              <a:t>Real-world applications of blockchain in banking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 is transforming the banking industry</a:t>
            </a:r>
          </a:p>
          <a:p>
            <a:pPr/>
            <a:r>
              <a:t>Banks should invest in blockchain education</a:t>
            </a:r>
          </a:p>
          <a:p>
            <a:pPr/>
            <a:r>
              <a:t>Future of banking will be blockchain-based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