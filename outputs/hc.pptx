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498079" cy="6858000"/>
          </a:xfrm>
          <a:prstGeom prst="rect">
            <a:avLst/>
          </a:prstGeom>
          <a:solidFill>
            <a:srgbClr val="02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0"/>
            <a:ext cx="6766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C50"/>
                </a:solidFill>
                <a:latin typeface="Cambria"/>
              </a:rPr>
              <a:t>AI in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C8DC"/>
                </a:solidFill>
                <a:latin typeface="Calibri"/>
              </a:rPr>
              <a:t>Generated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663440"/>
            <a:ext cx="2560320" cy="36576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A823"/>
                </a:solidFill>
                <a:latin typeface="Cambria"/>
              </a:rPr>
              <a:t>Introduction to AI in Healthcare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Artificial intelligence in healthcare is a growing 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AI applications in medical data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Improving diagnosis and treatment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A823"/>
                </a:solidFill>
                <a:latin typeface="Cambria"/>
              </a:rPr>
              <a:t>Applications of AI in Healthcare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Diagnostics and treatment protocol development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Personalized medicine and patient 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Radiograph analysis and triage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A823"/>
                </a:solidFill>
                <a:latin typeface="Cambria"/>
              </a:rPr>
              <a:t>Ethical Concerns of AI in Healthcare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Data privacy and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Automation of jobs and bias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Resistance to AI adoption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A823"/>
                </a:solidFill>
                <a:latin typeface="Cambria"/>
              </a:rPr>
              <a:t>Limitations and Challenges of AI in Healthcare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Lack of research and testing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Mismanagement of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Reproducibility issues in scientific literature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A823"/>
                </a:solidFill>
                <a:latin typeface="Cambria"/>
              </a:rPr>
              <a:t>Benefits of AI in Healthcare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Potential for faster diagnosis and treatment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Improved patient engagement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Enhanced healthcare delivery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A823"/>
                </a:solidFill>
                <a:latin typeface="Cambria"/>
              </a:rPr>
              <a:t>AI in Healthcare Specialization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Stanford University's online program on Coursera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5 courses on healthcare and machine learning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Introduction to AI in healthcare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A823"/>
                </a:solidFill>
                <a:latin typeface="Cambria"/>
              </a:rPr>
              <a:t>Future of AI in Healthcare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Rapid transformation of patient care and diagnostics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Integration of AI in healthcare worldwide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Potential for profound impact on healthcare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A823"/>
                </a:solidFill>
                <a:latin typeface="Cambria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AI in healthcare is a growing field with potential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However, challenges and limitations must be addressed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837"/>
                </a:solidFill>
                <a:latin typeface="Calibri"/>
              </a:rPr>
              <a:t>Future research and development are crucial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