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498079" cy="6858000"/>
          </a:xfrm>
          <a:prstGeom prst="rect">
            <a:avLst/>
          </a:prstGeom>
          <a:solidFill>
            <a:srgbClr val="141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194560"/>
            <a:ext cx="6766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DC64"/>
                </a:solidFill>
                <a:latin typeface="Calibri"/>
              </a:rPr>
              <a:t>AI in education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Calibri"/>
              </a:rPr>
              <a:t>Generated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25603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Definition of AIEd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A subfield of educational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Studies AI and generative AI chatbots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Creates learning environments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Considerations in AIEd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Data-driven decision-making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AI ethics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Data privacy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42232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142232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270248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AI literacy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Concerns about AIEd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Potential for cheating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Over-reliance on 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Equity of access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42232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142232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270248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Reduced critical thinking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Emerging AI Technologies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AI wearables in Vietnam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Smart glasses and earbuds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Personalized learning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42232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142232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270248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Real-time assistance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UNESCO AI in Education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Guides ethical AI use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Enhances learning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Teaching and assessment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National Education Policy (NEP)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Emphasizes AI and computer science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Multidisciplinary education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Transforms labor markets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42232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4142232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4270248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Drives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AIEd is a growing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AI has both benefits and risks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Education must adapt to 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624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11457432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63D2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636776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AIEd is transforming education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86584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386584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2514600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Preparation is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64408"/>
            <a:ext cx="11457432" cy="71323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3264408"/>
            <a:ext cx="64008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392424"/>
            <a:ext cx="1111910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2E8F0"/>
                </a:solidFill>
                <a:latin typeface="Calibri"/>
              </a:rPr>
              <a:t>Embracing AI is essential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