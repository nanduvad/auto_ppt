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AI in python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Step 1: Extract 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Use FFmpeg to extract audio from video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Specify audio codec and container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Save as audio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Step 2: Transcribe 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Use Whisper for automatic transcription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Choose language and audio file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Get text output from transcription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Step 3: Translate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Use translatepy for text translation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Specify source and target languages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Get translated text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Step 4: Generate TTS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Use ElevenLabs or MMS for TTS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Choose voice and language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Get audio output from TTS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Step 5: Adjust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Use FFmpeg atempo to adjust speed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Specify speed and audio file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Save adjusted audio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Python AI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Covers fundamental and advanced AI concepts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Uses Python to build AI-powered tools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Learn essential programming concepts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Python AI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NumPy for scientific computing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Pre-built functions and tools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Essentials in AI developer's toolkit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Learn Python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Gain skills writing, testing, and debugging code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Create real-world AI applications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Learn with AI assistance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